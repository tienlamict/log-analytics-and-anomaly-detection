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2B45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2B7DE9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80160"/>
            <a:ext cx="73152" cy="201168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188720"/>
            <a:ext cx="7315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THONG PHAN TICH LOG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PHAT HIEN BAT THUONG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THOI GIAN THUC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914400" y="3291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Log Analytics &amp; Anomaly Detection System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 |  Apache Kafka  |  Elasticsearch  |  Kibana  |  Grafana  |  Prometheus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Pipeline  |  Sliding Window Detection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0" y="4572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Thang 4/2026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 LUC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502920" cy="320040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8872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34440" y="11887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Gioi thieu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02920" cy="320040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60020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34440" y="16002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Kien truc tong the he thong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011680"/>
            <a:ext cx="502920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01168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34440" y="201168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 nghe su dung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2423160"/>
            <a:ext cx="502920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42316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24231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xu ly du lieu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2834640"/>
            <a:ext cx="502920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83464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34440" y="28346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thuat toan phat hien bat thuong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3246120"/>
            <a:ext cx="502920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324612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34440" y="32461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Toi uu hieu nang va kha nang chiu tai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3657600"/>
            <a:ext cx="502920" cy="3200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65760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34440" y="36576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thong giam sat va quan sat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48640" y="4069080"/>
            <a:ext cx="502920" cy="3200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406908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234440" y="406908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Kiem thu va dam bao chat luong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48640" y="4480560"/>
            <a:ext cx="502920" cy="32004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448056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234440" y="44805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 luan va huong phat trien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Gioi thieu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 canh va dong luc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3840480" cy="329184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280160"/>
            <a:ext cx="54864" cy="3291840"/>
          </a:xfrm>
          <a:prstGeom prst="rect">
            <a:avLst/>
          </a:prstGeom>
          <a:solidFill>
            <a:srgbClr val="EF535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371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Thach thuc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82880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Kien truc microservice sinh ra hang trieu ban ghi log moi phut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 tich thu cong bat kha thi ve thoi gian va nhan luc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cong bao mat, suy giam hieu nang can phat hien ngay lap tuc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he thong phan tan co hang chuc dich vu chay dong thoi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280160"/>
            <a:ext cx="3840480" cy="329184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280160"/>
            <a:ext cx="54864" cy="32918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Giai phap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0" y="182880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Tiep nhan log qua Apache Kafka (hang doi phan tan)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da luong song song xu ly thoi gian thuc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quy tac phat hien bat thuong dua tren cua so truot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Luu tru Elasticsearch, truc quan hoa Kibana + Grafana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Gioi thieu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 tieu he thong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8046720" cy="100584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280160"/>
            <a:ext cx="54864" cy="1005840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1463040"/>
            <a:ext cx="594360" cy="594360"/>
          </a:xfrm>
          <a:prstGeom prst="ellipse">
            <a:avLst/>
          </a:prstGeom>
          <a:solidFill>
            <a:srgbClr val="2B7DE9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4630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45920" y="13716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Thong luong cao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645920" y="16916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 ly hang tram nghin ban ghi log/giay.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At-least-once delivery, idempotent processing.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Khong mat du lieu.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468880"/>
            <a:ext cx="8046720" cy="100584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468880"/>
            <a:ext cx="54864" cy="10058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2651760"/>
            <a:ext cx="594360" cy="59436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26517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645920" y="25603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Phat hien tu dong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45920" y="288036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loai bat thuong: error spike, latency breach,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failure, auth burst, off-hours access,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silence.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8046720" cy="100584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3657600"/>
            <a:ext cx="54864" cy="10058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3840480"/>
            <a:ext cx="594360" cy="594360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8404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645920" y="37490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sat toan dien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645920" y="40690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 duyet log, Grafana dashboard metric,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thu thap chi so hieu nang.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doi thoi gian thuc.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Kien truc tong the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Kien truc huong su kien (Event-Driven)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1920240" cy="29260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371600"/>
            <a:ext cx="1920240" cy="54864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55448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Tiep nhan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(Ingestion)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37744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Kafka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partitions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phan tan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31720" y="2834640"/>
            <a:ext cx="18288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1371600"/>
            <a:ext cx="1920240" cy="29260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60320" y="1371600"/>
            <a:ext cx="192024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13" name="Text 11"/>
          <p:cNvSpPr/>
          <p:nvPr/>
        </p:nvSpPr>
        <p:spPr>
          <a:xfrm>
            <a:off x="2697480" y="155448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 ly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(Processing)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97480" y="237744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pipeline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worker goroutines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Engine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26280" y="2834640"/>
            <a:ext cx="18288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1371600"/>
            <a:ext cx="1920240" cy="29260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1371600"/>
            <a:ext cx="1920240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8" name="Text 16"/>
          <p:cNvSpPr/>
          <p:nvPr/>
        </p:nvSpPr>
        <p:spPr>
          <a:xfrm>
            <a:off x="4892040" y="155448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Luu tru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(Storage)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92040" y="237744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logs-YYYY.MM.DD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index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20840" y="2834640"/>
            <a:ext cx="18288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949440" y="1371600"/>
            <a:ext cx="1920240" cy="29260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949440" y="1371600"/>
            <a:ext cx="1920240" cy="54864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3" name="Text 21"/>
          <p:cNvSpPr/>
          <p:nvPr/>
        </p:nvSpPr>
        <p:spPr>
          <a:xfrm>
            <a:off x="7086600" y="155448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 quan hoa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(Visualization)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86600" y="237744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 + Grafana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4480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lieu di chuyen mot chieu tu trai sang phai. Producer va consumer tach roi hoan toan qua Kafka.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Kien truc tong the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thanh phan chinh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097280"/>
                <a:gridCol w="34747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Thanh phan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F6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Cong nghe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F6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F6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Vai tro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F6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Queue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Kafka 7.5 (KRaft)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Hang doi log, 3 partitions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Elasticsearch 9.0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Luu tru &amp; truy van log + anomaly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1.25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8080, 2112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xu ly &amp; phat hien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Viewer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Kibana 9.0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Giao dien duyet log (ELK)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Grafana 12.0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Prometheus 3.4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 thap 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 Containers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confluent + curl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Tao topic &amp; data view tu dong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Toan bo 8 container duoc dieu phoi boi Docker Compose. Health check dam bao thu tu khoi dong dung.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Cong nghe su dung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Kafka &amp; mo hinh KRaft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931920" cy="18288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2801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KRaft — Loai bo ZooKeeper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thuc dong thuan Raft tich hop trong broker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 gian hoa trieu khai va van hanh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Giam so luong thanh phan can quan ly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840480" cy="18288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0" y="12801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 hinh toi uu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69164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partitions — xu ly song song x3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luong I/O, 3 luong mang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 buffer 1MB (gui &amp; nhan)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8046720" cy="13716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291840"/>
            <a:ext cx="8046720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383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At-Least-Once Delivery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3749040"/>
            <a:ext cx="7589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 chi duoc commit sau khi message vao Go channel thanh cong. Neu consumer gap su co, message duoc xu ly lai. SHA-256 document ID trong Elasticsearch dam bao idempotent — xu ly lai khong tao ban ghi trung lap.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Cong nghe su dung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&amp; chien luoc danh muc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840480" cy="13716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54864" cy="1371600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2801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7D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logs-YYYY.MM.DD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164592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 theo ngay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dang xoa index cu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ly vong doi du lieu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3840480" cy="13716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188720"/>
            <a:ext cx="54864" cy="13716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2801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anomalies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164592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co dinh duy nhat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Luong anomaly thap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Khong can phan vung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8046720" cy="20116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2926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dynamic: false — Chi danh muc truong duoc dinh nghia truoc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3383280"/>
            <a:ext cx="1828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@timestamp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383280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023360" y="3383280"/>
            <a:ext cx="43891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 van theo khoang thoi gian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3730752"/>
            <a:ext cx="1828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level, service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0" y="3730752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023360" y="3730752"/>
            <a:ext cx="43891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 chinh xac (term query)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4078224"/>
            <a:ext cx="1828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743200" y="4078224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23360" y="4078224"/>
            <a:ext cx="43891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kiem toan van (full-text)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2960" y="4425696"/>
            <a:ext cx="1828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743200" y="4425696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flattened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023360" y="4425696"/>
            <a:ext cx="43891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Truong dong, khong tao mapping rieng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Cong nghe su dung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&amp; Mo hinh dong thoi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840480" cy="164592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2801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Goroutine vs Thread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ban dau: vai KB (vs MB cho thread)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phi chuyen doi ngu canh cuc thap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 tram goroutine dong thoi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Channel: truyen tin nhan an toan, khong mutex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840480" cy="164592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0" y="12801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vien chinh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6916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franz-go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0" y="1691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client thuan Go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0" y="194767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0" y="1947672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router + middleware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0" y="220370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go-elasticsearch v9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0" y="2203704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client + BulkIndexer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0" y="2459736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errgroup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459736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phoi goroutine lifecycle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108960"/>
            <a:ext cx="8046720" cy="164592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3200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errgroup — Dieu phoi 7 goroutine dong thoi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14400" y="3703320"/>
            <a:ext cx="1554480" cy="822960"/>
          </a:xfrm>
          <a:prstGeom prst="rect">
            <a:avLst/>
          </a:prstGeom>
          <a:solidFill>
            <a:srgbClr val="2B7DE9"/>
          </a:solidFill>
          <a:ln/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033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834640" y="3703320"/>
            <a:ext cx="1554480" cy="822960"/>
          </a:xfrm>
          <a:prstGeom prst="rect">
            <a:avLst/>
          </a:prstGeom>
          <a:solidFill>
            <a:srgbClr val="FF6B35"/>
          </a:solidFill>
          <a:ln/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834640" y="37033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G2-G5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Workers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3703320"/>
            <a:ext cx="1554480" cy="822960"/>
          </a:xfrm>
          <a:prstGeom prst="rect">
            <a:avLst/>
          </a:prstGeom>
          <a:solidFill>
            <a:srgbClr val="00BFA5"/>
          </a:solidFill>
          <a:ln/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37033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Server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675120" y="3703320"/>
            <a:ext cx="1554480" cy="822960"/>
          </a:xfrm>
          <a:prstGeom prst="rect">
            <a:avLst/>
          </a:prstGeom>
          <a:solidFill>
            <a:srgbClr val="4CAF50"/>
          </a:solidFill>
          <a:ln/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675120" y="37033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Cong nghe su dung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sinh thai quan sat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8046720" cy="105156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417320"/>
            <a:ext cx="594360" cy="59436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417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645920" y="1280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 9.0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45920" y="16002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 5601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0" y="1280160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Duyet va tim kiem log chi tiet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KQL query language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data view tu dong: logs-* &amp; anomalies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423160"/>
            <a:ext cx="8046720" cy="105156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2651760"/>
            <a:ext cx="594360" cy="594360"/>
          </a:xfrm>
          <a:prstGeom prst="ellipse">
            <a:avLst/>
          </a:prstGeom>
          <a:solidFill>
            <a:srgbClr val="2B7DE9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6517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645920" y="25146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12.0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64592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7D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 3000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0" y="2514600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truc quan hoa metric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lieu tu Prometheus + Elasticsearch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panel: throughput, latency, anomaly...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8046720" cy="105156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3886200"/>
            <a:ext cx="594360" cy="594360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886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645920" y="3749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3.4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645920" y="40690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 9090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14800" y="3749040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thap metric moi 15 giay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metric chinh: consumed, latency,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anomaly, lag, write errors, parse errors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Pipeline xu ly du lieu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xu ly du lieu — Tong quan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1920240" cy="1463040"/>
          </a:xfrm>
          <a:prstGeom prst="rect">
            <a:avLst/>
          </a:prstGeom>
          <a:solidFill>
            <a:srgbClr val="162A46"/>
          </a:solidFill>
          <a:ln w="19050">
            <a:solidFill>
              <a:srgbClr val="FF6B3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46304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210312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PollFetches()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 partitions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94560" y="18288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560320" y="1371600"/>
            <a:ext cx="1920240" cy="1463040"/>
          </a:xfrm>
          <a:prstGeom prst="rect">
            <a:avLst/>
          </a:prstGeom>
          <a:solidFill>
            <a:srgbClr val="162A46"/>
          </a:solidFill>
          <a:ln w="19050">
            <a:solidFill>
              <a:srgbClr val="2B7DE9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51760" y="146304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buffer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51760" y="210312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Backpressure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nhiên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80560" y="18288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846320" y="1371600"/>
            <a:ext cx="1920240" cy="1463040"/>
          </a:xfrm>
          <a:prstGeom prst="rect">
            <a:avLst/>
          </a:prstGeom>
          <a:solidFill>
            <a:srgbClr val="162A46"/>
          </a:solidFill>
          <a:ln w="19050">
            <a:solidFill>
              <a:srgbClr val="00BFA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37760" y="146304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Workers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song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37760" y="210312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→ Index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Detect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66560" y="18288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132320" y="1371600"/>
            <a:ext cx="1920240" cy="1463040"/>
          </a:xfrm>
          <a:prstGeom prst="rect">
            <a:avLst/>
          </a:prstGeom>
          <a:solidFill>
            <a:srgbClr val="162A46"/>
          </a:solidFill>
          <a:ln w="19050">
            <a:solidFill>
              <a:srgbClr val="4CAF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223760" y="146304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BulkIndexer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10MB / 5s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223760" y="210312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lô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32004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Path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566160"/>
            <a:ext cx="2468880" cy="1005840"/>
          </a:xfrm>
          <a:prstGeom prst="rect">
            <a:avLst/>
          </a:prstGeom>
          <a:solidFill>
            <a:srgbClr val="162A46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6118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4114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rules evaluate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17520" y="37947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3383280" y="3566160"/>
            <a:ext cx="2468880" cy="1005840"/>
          </a:xfrm>
          <a:prstGeom prst="rect">
            <a:avLst/>
          </a:prstGeom>
          <a:solidFill>
            <a:srgbClr val="162A46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0" y="36118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Ch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1,024 buffer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74720" y="4114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path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52160" y="37947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217920" y="3566160"/>
            <a:ext cx="2468880" cy="1005840"/>
          </a:xfrm>
          <a:prstGeom prst="rect">
            <a:avLst/>
          </a:prstGeom>
          <a:solidFill>
            <a:srgbClr val="162A46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36118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309360" y="4114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+ Alert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Pipeline xu ly du lieu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Consumer — Co che doc tin nhan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840480" cy="22860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2801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 hinh Fetch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737360"/>
            <a:ext cx="2286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FetchMaxBytes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1737360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2286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FetchMaxPartitionBytes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08960" y="2103120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468880"/>
            <a:ext cx="2286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MaxConcurrentFetches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08960" y="2468880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2834640"/>
            <a:ext cx="2286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 buffer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108960" y="2834640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msgs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1188720"/>
            <a:ext cx="3840480" cy="22860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29200" y="12801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che an toan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1737360"/>
            <a:ext cx="3383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 commit SAU khi vao channel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day → consumer bi block (backpressure)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 → OnPartitionsRevoked commit ngay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Khong mat message trong moi truong hop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8046720" cy="100584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3840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Backpressure tu nhien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4114800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4 worker xu ly cham hon toc do Kafka gui, channel 10,000 dan day. Consumer tu dong bi block cho den khi co slot trong. Khong can code them — day la co che backpressure san co cua Go channel.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Pipeline xu ly du lieu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Worker Goroutines — Xu ly song song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371600" cy="2743200"/>
          </a:xfrm>
          <a:prstGeom prst="rect">
            <a:avLst/>
          </a:prstGeom>
          <a:solidFill>
            <a:srgbClr val="2B7DE9"/>
          </a:solidFill>
          <a:ln/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371600"/>
            <a:ext cx="1371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920240" y="2697480"/>
            <a:ext cx="4572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0" y="1280160"/>
            <a:ext cx="1463040" cy="594360"/>
          </a:xfrm>
          <a:prstGeom prst="rect">
            <a:avLst/>
          </a:prstGeom>
          <a:solidFill>
            <a:srgbClr val="00BFA5"/>
          </a:solidFill>
          <a:ln/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0320" y="128016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1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20240" y="2697480"/>
            <a:ext cx="4572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2011680"/>
            <a:ext cx="1463040" cy="594360"/>
          </a:xfrm>
          <a:prstGeom prst="rect">
            <a:avLst/>
          </a:prstGeom>
          <a:solidFill>
            <a:srgbClr val="00BFA5"/>
          </a:solidFill>
          <a:ln/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560320" y="201168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920240" y="2697480"/>
            <a:ext cx="4572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0320" y="2743200"/>
            <a:ext cx="1463040" cy="594360"/>
          </a:xfrm>
          <a:prstGeom prst="rect">
            <a:avLst/>
          </a:prstGeom>
          <a:solidFill>
            <a:srgbClr val="00BFA5"/>
          </a:solidFill>
          <a:ln/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560320" y="274320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920240" y="2697480"/>
            <a:ext cx="4572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60320" y="3474720"/>
            <a:ext cx="1463040" cy="594360"/>
          </a:xfrm>
          <a:prstGeom prst="rect">
            <a:avLst/>
          </a:prstGeom>
          <a:solidFill>
            <a:srgbClr val="00BFA5"/>
          </a:solidFill>
          <a:ln/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560320" y="347472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4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0" y="1280160"/>
            <a:ext cx="1463040" cy="29260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0" y="1280160"/>
            <a:ext cx="146304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141732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Parse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663440" y="1828800"/>
            <a:ext cx="12801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-&gt; LogEntry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Plain-text fallback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 JSON loi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1280160"/>
            <a:ext cx="1463040" cy="29260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280160"/>
            <a:ext cx="146304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141732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Index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09360" y="1828800"/>
            <a:ext cx="12801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BulkIndexer.Add()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doc ID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write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863840" y="1280160"/>
            <a:ext cx="1463040" cy="29260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863840" y="1280160"/>
            <a:ext cx="1463040" cy="54864"/>
          </a:xfrm>
          <a:prstGeom prst="rect">
            <a:avLst/>
          </a:prstGeom>
          <a:solidFill>
            <a:srgbClr val="EF5350"/>
          </a:solidFill>
          <a:ln/>
        </p:spPr>
      </p:sp>
      <p:sp>
        <p:nvSpPr>
          <p:cNvPr id="30" name="Text 28"/>
          <p:cNvSpPr/>
          <p:nvPr/>
        </p:nvSpPr>
        <p:spPr>
          <a:xfrm>
            <a:off x="7955280" y="141732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Detect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55280" y="1828800"/>
            <a:ext cx="12801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engine.Evaluate()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rules check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-&gt; channel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runtime tu dong phan phoi message den worker nao dang san sang — khong can bo phan phoi tuong minh.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Pipeline xu ly du lieu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Dispatcher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560320" cy="1188720"/>
          </a:xfrm>
          <a:prstGeom prst="rect">
            <a:avLst/>
          </a:prstGeom>
          <a:solidFill>
            <a:srgbClr val="162A46"/>
          </a:solidFill>
          <a:ln w="19050">
            <a:solidFill>
              <a:srgbClr val="EF53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41732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9659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workers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 Evaluate()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1752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474720" y="1371600"/>
            <a:ext cx="2560320" cy="1188720"/>
          </a:xfrm>
          <a:prstGeom prst="rect">
            <a:avLst/>
          </a:prstGeom>
          <a:solidFill>
            <a:srgbClr val="162A46"/>
          </a:solidFill>
          <a:ln w="19050">
            <a:solidFill>
              <a:srgbClr val="FFC107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74720" y="141732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74720" y="19659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1,024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path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3504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492240" y="1371600"/>
            <a:ext cx="2560320" cy="1188720"/>
          </a:xfrm>
          <a:prstGeom prst="rect">
            <a:avLst/>
          </a:prstGeom>
          <a:solidFill>
            <a:srgbClr val="162A46"/>
          </a:solidFill>
          <a:ln w="19050">
            <a:solidFill>
              <a:srgbClr val="FF6B3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92240" y="141732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Goroutine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92240" y="19659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tuan tu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tư channel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017520"/>
            <a:ext cx="3840480" cy="164592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017520"/>
            <a:ext cx="54864" cy="1645920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1089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Hanh dong 1: Luu tru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" y="347472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IndexAnomaly() ghi vao ES index "anomalies". BulkIndexer flush moi 3 giay hoac 1MB. Anomaly ID la UUID duy nhat.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0" y="3017520"/>
            <a:ext cx="3840480" cy="164592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3017520"/>
            <a:ext cx="54864" cy="16459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31089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Hanh dong 2: Canh bao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0" y="347472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AlertChannel (hien chua ket noi). Giao dien san de tich hop: Slack, Email, PagerDuty. Dispatcher chiu loi — loi duoc log, khong gian doan pipeline.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Thuat toan phat hien bat thuong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 so truot (Sliding Window)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5029200" cy="22860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280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Buffer — Capacity 10,000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1828800"/>
            <a:ext cx="594360" cy="594360"/>
          </a:xfrm>
          <a:prstGeom prst="rect">
            <a:avLst/>
          </a:prstGeom>
          <a:solidFill>
            <a:srgbClr val="162A46"/>
          </a:solidFill>
          <a:ln w="19050">
            <a:solidFill>
              <a:srgbClr val="00BFA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828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10:03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481328" y="1828800"/>
            <a:ext cx="594360" cy="594360"/>
          </a:xfrm>
          <a:prstGeom prst="rect">
            <a:avLst/>
          </a:prstGeom>
          <a:solidFill>
            <a:srgbClr val="162A46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81328" y="1828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09:58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139696" y="1828800"/>
            <a:ext cx="594360" cy="594360"/>
          </a:xfrm>
          <a:prstGeom prst="rect">
            <a:avLst/>
          </a:prstGeom>
          <a:solidFill>
            <a:srgbClr val="162A46"/>
          </a:solidFill>
          <a:ln w="19050">
            <a:solidFill>
              <a:srgbClr val="00BF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39696" y="1828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10:05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98064" y="1828800"/>
            <a:ext cx="594360" cy="594360"/>
          </a:xfrm>
          <a:prstGeom prst="rect">
            <a:avLst/>
          </a:prstGeom>
          <a:solidFill>
            <a:srgbClr val="162A46"/>
          </a:solidFill>
          <a:ln w="19050">
            <a:solidFill>
              <a:srgbClr val="00BF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828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10:01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456432" y="1828800"/>
            <a:ext cx="594360" cy="594360"/>
          </a:xfrm>
          <a:prstGeom prst="rect">
            <a:avLst/>
          </a:prstGeom>
          <a:solidFill>
            <a:srgbClr val="162A46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56432" y="1828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09:55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14800" y="1828800"/>
            <a:ext cx="594360" cy="594360"/>
          </a:xfrm>
          <a:prstGeom prst="rect">
            <a:avLst/>
          </a:prstGeom>
          <a:solidFill>
            <a:srgbClr val="162A46"/>
          </a:solidFill>
          <a:ln w="19050">
            <a:solidFill>
              <a:srgbClr val="00BFA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0" y="1828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10:04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73168" y="1828800"/>
            <a:ext cx="594360" cy="594360"/>
          </a:xfrm>
          <a:prstGeom prst="rect">
            <a:avLst/>
          </a:prstGeom>
          <a:solidFill>
            <a:srgbClr val="0B1929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73168" y="1828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" y="2560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█ Trong window (&lt; 5 phut)   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█ Ngoai window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" y="28346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KHONG tang dan — Kafka 3 partitions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song song nen phai scan TOAN BO buffer.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852160" y="1188720"/>
            <a:ext cx="2743200" cy="22860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126480" y="1280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thao tac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126480" y="1691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Add(t)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26480" y="1901952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— Ghi tai head % cap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126480" y="225856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CountWithin(d)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126480" y="2468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 — Scan all, dem &gt; cutoff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126480" y="2825496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Evict(d)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26480" y="30358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 — Compact, moi 30s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48640" y="3749040"/>
            <a:ext cx="8046720" cy="100584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48640" y="3749040"/>
            <a:ext cx="8046720" cy="54864"/>
          </a:xfrm>
          <a:prstGeom prst="rect">
            <a:avLst/>
          </a:prstGeom>
          <a:solidFill>
            <a:srgbClr val="EF5350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" y="3840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day → Effective window bi rut ngan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2960" y="416052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10,000 / 300s window = toi da 33 msg/s/service. Rate cao hon → entry moi ghi de entry cu → window thuc te &lt; 5 phut.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Thuat toan phat hien bat thuong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tac phat hien 1 &amp; 2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840480" cy="32004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3840480" cy="54864"/>
          </a:xfrm>
          <a:prstGeom prst="rect">
            <a:avLst/>
          </a:prstGeom>
          <a:solidFill>
            <a:srgbClr val="EF535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325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 Spike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6459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Phat hien tang dot bien ty le loi cua mot dich vu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Nguong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94560" y="21031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10 errors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423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94560" y="2423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phut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2743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194560" y="27432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3063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doi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194560" y="30632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service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347472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map: service → sliding window.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error den → Add timestamp → CountWithin(5m) → ≥ 10 → FIRE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3840480" cy="32004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188720"/>
            <a:ext cx="38404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0" y="1325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Threshold Breach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29200" y="16459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Phat hien ty le yeu cau co do tre vuot nguong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29200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Nguong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0" y="21031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500ms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0" y="2423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rate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0" y="2423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20%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0" y="2743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0" y="27432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phut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0" y="3063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0" y="30632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0" y="347472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window hai chieu: (timestamp, breached).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breach_rate = (breaches × 100) / total ≥ 20% → FIRE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Thuat toan phat hien bat thuong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tac phat hien 3 &amp; 4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840480" cy="32004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3840480" cy="54864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325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Failure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6459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Loi lap lai cung mau — van de chua duoc xu ly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20116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Fingerprinting: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+ hex → "X"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"timeout req abc1234 after 5000ms"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"timeout req X after Xms"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Khoa: service|fingerprint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Nguong: ≥ 5 lan trong 5 phut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Severity: MEDIUM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3840480" cy="32004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188720"/>
            <a:ext cx="384048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1325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Failure Burst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0" y="16459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Phat hien tan cong brute-force xac thuc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0" y="20116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Nhan dien auth failure: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khoa: auth, login, unauthorized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Hoac: auth_result = "failure"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doi: source_ip (uu tien) &gt; username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Nguong: ≥ 10 failures / 5 phut / IP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Severity: HIGH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Thuat toan phat hien bat thuong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tac phat hien 5 &amp; 6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840480" cy="32004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3840480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325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Off-Hours Access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6459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 cap duong dan nhay cam ngoai gio lam viec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20116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— khong dung sliding window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kien 1: path thuoc danh sach nhay cam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/admin, /api/v1/users, /internal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kien 2: ngoai gio 9h-17h UTC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hai thoa man → FIRE ngay lap tuc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Severity: MEDIUM | O(p), O(1) space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3840480" cy="32004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188720"/>
            <a:ext cx="3840480" cy="54864"/>
          </a:xfrm>
          <a:prstGeom prst="rect">
            <a:avLst/>
          </a:prstGeom>
          <a:solidFill>
            <a:srgbClr val="EF5350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1325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Silence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0" y="16459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Dich vu ngung gui log — co the da gap su co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0" y="20116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hinh 2 pha: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 1 (Evaluate): dem log/service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bat dau theo doi khi ≥ 5 log (cold-start guard)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 2 (CheckSilence): heartbeat 30s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lang &gt; 5 phut → FIRE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Severity: CRITICAL | sync.Mutex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Thuat toan phat hien bat thuong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Warmup, Cooldown &amp; Eviction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8046720" cy="10972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97280"/>
            <a:ext cx="54864" cy="109728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1430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Warmup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286000" y="1143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phut sau khoi dong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46304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TAT CA anomaly de cua so truot tich luy du du lieu. Cong thuc: multiplier(2) × max_window(5m) = 10m. Chay 1 lan duy nhat.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0" y="123444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nao: App khoi dong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Suppress: Tat ca rule, tat ca service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377440"/>
            <a:ext cx="8046720" cy="10972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377440"/>
            <a:ext cx="54864" cy="1097280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423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Cooldown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286000" y="2423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phut sau moi FIRE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274320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cung cap (rule_id, service) de tranh alert storm. Error spike tren payment-service fire → 15 phut tiep suppress. Rule khac hoac service khac KHONG bi anh huong.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43600" y="251460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nao: Sau moi anomaly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Suppress: Chi (rule, service) cu the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8046720" cy="10972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365760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703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Eviction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286000" y="3703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30 giay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40233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Goroutine nen goi Reset() tren tat ca detector de don dep du lieu cu. Xoa cooldown entry het han (&gt; 2x cooldown). Dam bao bo nho khong tang vo han.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3600" y="379476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nao: Dinh ky 30s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Nhiem vu: Don dep memory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Toi uu hieu nang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 ly song song da cap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1920240" cy="1645920"/>
          </a:xfrm>
          <a:prstGeom prst="rect">
            <a:avLst/>
          </a:prstGeom>
          <a:solidFill>
            <a:srgbClr val="162A46"/>
          </a:solidFill>
          <a:ln w="19050">
            <a:solidFill>
              <a:srgbClr val="FF6B3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05840" y="1463040"/>
            <a:ext cx="548640" cy="54864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5760" y="21031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423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partitions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dong thoi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1280160"/>
            <a:ext cx="1920240" cy="1645920"/>
          </a:xfrm>
          <a:prstGeom prst="rect">
            <a:avLst/>
          </a:prstGeom>
          <a:solidFill>
            <a:srgbClr val="162A46"/>
          </a:solidFill>
          <a:ln w="19050">
            <a:solidFill>
              <a:srgbClr val="2B7DE9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463040"/>
            <a:ext cx="548640" cy="548640"/>
          </a:xfrm>
          <a:prstGeom prst="ellipse">
            <a:avLst/>
          </a:prstGeom>
          <a:solidFill>
            <a:srgbClr val="2B7DE9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560320" y="21031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651760" y="2423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goroutine workers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fan-out tu channel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1280160"/>
            <a:ext cx="1920240" cy="1645920"/>
          </a:xfrm>
          <a:prstGeom prst="rect">
            <a:avLst/>
          </a:prstGeom>
          <a:solidFill>
            <a:srgbClr val="162A46"/>
          </a:solidFill>
          <a:ln w="19050">
            <a:solidFill>
              <a:srgbClr val="00BFA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94960" y="1463040"/>
            <a:ext cx="548640" cy="548640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18" name="Text 16"/>
          <p:cNvSpPr/>
          <p:nvPr/>
        </p:nvSpPr>
        <p:spPr>
          <a:xfrm>
            <a:off x="539496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754880" y="21031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BulkIndexer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423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worker threads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request song song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1280160"/>
            <a:ext cx="1920240" cy="1645920"/>
          </a:xfrm>
          <a:prstGeom prst="rect">
            <a:avLst/>
          </a:prstGeom>
          <a:solidFill>
            <a:srgbClr val="162A46"/>
          </a:solidFill>
          <a:ln w="19050">
            <a:solidFill>
              <a:srgbClr val="4CAF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589520" y="1463040"/>
            <a:ext cx="548640" cy="548640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3" name="Text 21"/>
          <p:cNvSpPr/>
          <p:nvPr/>
        </p:nvSpPr>
        <p:spPr>
          <a:xfrm>
            <a:off x="758952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949440" y="21031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040880" y="2423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evaluate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khong I/O blocking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3200400"/>
            <a:ext cx="8046720" cy="164592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22960" y="32918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buffer — Bo giam xoc (shock absorber)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22960" y="370332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channel (10,000 msg):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doc nhanh, worker cham → channel hap thu burst. Day → backpressure tu nhien.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channel (1,024 msg):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nhanh, dispatcher ghi ES cham → buffer hap thu. Day → drop voi warning (chap nhan mat anomaly hon lam cham pipeline).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Toi uu hieu nang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theo lo &amp; Xu ly idempotent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840480" cy="20116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54864" cy="2011680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2801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BulkIndexer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73736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Gom yeu cau ghi thanh lo (batch)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 khi dat 10MB hoac sau 5 giay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worker threads gui bulk song song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Giam so round-trip HTTP hang tram lan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3840480" cy="20116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188720"/>
            <a:ext cx="54864" cy="20116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2801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Document ID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0" y="173736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= SHA-256("partition:offset")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Cung message → cung document ID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 ly lai → ghi de, khong trung lap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Phu hop at-least-once cua Kafka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474720"/>
            <a:ext cx="8046720" cy="13716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3566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Toi uu bo nho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3931920"/>
            <a:ext cx="7589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buffer 10,000 entries co dinh → O(1) memory bat ke thoi gian chay. Khong cap phat/giai phong → khong ap luc GC. Hash map voi don dep dinh ky → khong tang truong vo han. Refresh interval 5s (thay vi 1s) → giam segment Lucene x5.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He thong giam sat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Metrics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88720"/>
                <a:gridCol w="3931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logs_consumed_total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F6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F6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 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F6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logs_consumed_total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Tong log da doc tu Kafka (topic, partition)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logs_processed_duration_seconds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tre xu ly e2e (p50, p95, p99)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anomalies_detected_total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 anomaly phat hien (theo rule)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kafka_consumer_lag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Khoang cach offset (topic, partition)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elasticsearch_write_errors_total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 loi ghi Elasticsearch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parse_errors_total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 log khong the parse JSON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4805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Endpoint: :2112/metrics | Scrape interval: 15 giay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He thong giam sat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 quan hoa — Grafana &amp; Kibana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840480" cy="32004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3840480" cy="54864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325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12.0 — Dashboard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17373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&amp; Anomaly Detection: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01168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 le tiep nhan log theo thoi gian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tre xu ly (p50/p95/p99)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rate theo quy tac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lag, ES errors, parse errors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32004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Explorer: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4290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Luong log, phan bo service/level, bang anomaly chi tiet.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3840480" cy="32004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188720"/>
            <a:ext cx="3840480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0" y="1325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 9.0 — Log Viewer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1737360"/>
            <a:ext cx="33832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Discover: xem tung dong log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KQL filter: service, level, IP...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Bieu do xu huong tich hop san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Data View tu dong: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Logs (logs-*)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(anomalies)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kibana-init container tao san khi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thong khoi dong lan dau.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— Kiem thu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Kiem thu &amp; Dam bao chat luong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8046720" cy="10972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97280"/>
            <a:ext cx="54864" cy="109728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143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Test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743200" y="11704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cmd/e2etest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150876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buoc tu dong: health check → baseline → produce 6 pha → verify drain → report. Ket qua: PASS (≥99%), WARN (95-99%), FAIL (&lt;95%).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377440"/>
            <a:ext cx="8046720" cy="10972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377440"/>
            <a:ext cx="54864" cy="1097280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423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743200" y="24505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cmd/loadtest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278892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pha trong 5 phut, 4 producer workers. Mo phong tat ca loai anomaly. Rate cau hinh duoc (mac dinh 500 msg/s). Dung de kiem tra gioi han he thong.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8046720" cy="10972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65760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7033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+ Integration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743200" y="37307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 test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22960" y="40690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 voi testify + mock. Integration test voi testcontainers-go. 10,000 messages, kiem tra 5 rule, assert throughput ≥ 500 msg/s, parse error &lt; 1%.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114800"/>
            <a:ext cx="8046720" cy="73152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4114800"/>
            <a:ext cx="8046720" cy="54864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1605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179,952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31520" y="44348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sent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377440" y="41605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2377440" y="44348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023360" y="41605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023360" y="44348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msg/s throughput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669280" y="41605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669280" y="44348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detected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315200" y="41605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9s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315200" y="44348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drain time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2B45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2B7DE9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 luan &amp; Huong phat trien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3840480" cy="32004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97280"/>
            <a:ext cx="54864" cy="320040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188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dat duoc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600200"/>
            <a:ext cx="33832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Kien truc event-driven voi Kafka + Go pipeline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quy tac phat hien bat thuong sliding window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 ly song song da cap (Kafka, Worker, ES)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processing (SHA-256 doc ID)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Warmup + Cooldown + Eviction bao ve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 quan sat: Kibana + Grafana + Prometheus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test PASS: 180K msgs, 582 msg/s, 100%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3840480" cy="32004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97280"/>
            <a:ext cx="54864" cy="32004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188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Huong phat trien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0" y="1600200"/>
            <a:ext cx="33832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Tich hop AlertChannel: Slack, PagerDuty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tac phat hien dua tren Machine Learning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scaling nhieu consumer instance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tu dong cho index ES cu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Grafana nang cao hon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663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| Event-Driven | Real-time Detection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 thong Phan tich Log va Phat hien Bat thuong Thoi gian thuc</dc:title>
  <dc:subject>PptxGenJS Presentation</dc:subject>
  <dc:creator>Log Analytics Team</dc:creator>
  <cp:lastModifiedBy>Log Analytics Team</cp:lastModifiedBy>
  <cp:revision>1</cp:revision>
  <dcterms:created xsi:type="dcterms:W3CDTF">2026-04-14T17:38:46Z</dcterms:created>
  <dcterms:modified xsi:type="dcterms:W3CDTF">2026-04-14T17:38:46Z</dcterms:modified>
</cp:coreProperties>
</file>